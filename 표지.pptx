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DA3C8-BFD3-4E66-88A8-228756313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26872B-17D3-4588-9EB8-198853ED8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B3A0F-DD99-4E01-A872-7007E480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827B0-E63A-41AD-BAA8-A7B158D4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A10E1-DA9B-41DB-9C51-B54F0676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51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AE106-BD0F-4A10-A9FB-368E53F5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B8B9E-B43B-4BD9-8D03-CC7B52242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558B5-5020-40BC-A35D-3D640C65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1EA4F8-7C6B-476C-B210-CD2F79E5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091A6-9E7B-4C3B-8A15-E69EE672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6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CDD31-4AC7-49F5-808A-01EEEAE3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F2AF81-210C-4852-ACBE-CD0143761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364998-06C6-4787-B30F-3ED05F31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1779D-04F1-429E-A1E0-81E2DA4B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E0553-D08E-421E-8596-4C9FE3A2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3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13C13-16F7-40E6-ACFF-83A2E3E6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B0848-8978-4D22-88EA-DA5E0859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A73B02-44E0-4022-948E-C2AD8F7B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7A9DA0-64C8-4E0D-8153-9013525B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DE682-F53C-4EA4-9776-B38DC1EE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B4BE0-780C-489D-97AC-5F368A5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46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ADF9A-850D-47FC-B60D-FB81B6F1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2C6DE4-48FF-4E28-8D64-CA9B903D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21491F-FE55-49DD-AE91-F8521D719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DEAC5E-ED11-4C49-9098-F5472607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04FAA2-F31B-4816-9839-05CEC9041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FAB04F-8D05-4986-8558-5D042895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08EE2B-1DB0-47C8-A339-982A5AAC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5E9EE8-97A2-4877-A740-765B17C1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49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BBF43-00D6-4C0E-9009-E37E12F8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EC71D8-66A5-4A6A-B9C7-FF4F17E6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7E69ED-94C1-4577-A4E1-9BEBA154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37B251-84EB-438F-A390-5670157C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0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6DEC76-1A07-4A02-BFF8-DD58E5C1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B5BC8A8-2E75-4FCC-90AE-8828BF32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B3E8F-A3D3-46F3-AF77-5BB8D5D6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4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070AA-AA96-442A-9949-D46D8369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1EB33F-82AE-45B2-AF7C-55F95B14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F36A77-3463-4E48-9961-10D939CCA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1CC97-5897-4B39-BC64-6F6F474B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265661-F3F5-4BDB-A78D-39777AC4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924655-47EF-44B6-92AB-97C704E5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43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0DA44-3A11-4F9C-A371-81450674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C44002-CF3B-467C-B283-0BC398094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D7DE5B-ECC4-4B79-BC66-161346BCB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836DBA-3957-4E0A-B2F5-FC7A7349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B5BD57-7530-48FA-AD38-3498C9FF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BC73DF-72D6-4BBE-8B70-B0206EF4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52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9BFE6-DDC5-45BD-BEC8-C6493B3F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564E7A-690D-4192-BB24-474107FC5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C8076-76C1-4937-A4C8-4646659E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8620A0-579E-4A61-9B45-DAC63934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984DC-FF33-4414-8B0A-E3F592F5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7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193DAC-904D-4568-9CE4-3F3F9064E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3FCCD-6E83-4AC5-87AA-ACE93B170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879A-908E-4D4A-A867-D5166233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D7207-F2E9-41BA-8E05-8D7B4648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21A98-1B00-4EC1-BEDE-462EFADE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55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883B9F-2A07-428B-90FA-DFB52C6F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B68F4-E8BB-441E-853C-D096354F6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897BE-E73A-4A50-A461-AE00A88D8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33039-F994-4AFA-9629-105375418CEB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7BD6D-C13F-4C19-9D19-D7D5CF308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4A9613-521E-46BA-B39F-1CAF9B549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A8180-2D13-49D6-B0E7-AA419B49A0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58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A1F57"/>
            </a:gs>
            <a:gs pos="100000">
              <a:srgbClr val="D8E4FB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B4EA5-52F0-47B3-90A4-1BC3CF0A892A}"/>
              </a:ext>
            </a:extLst>
          </p:cNvPr>
          <p:cNvSpPr txBox="1"/>
          <p:nvPr/>
        </p:nvSpPr>
        <p:spPr>
          <a:xfrm>
            <a:off x="1295400" y="1676400"/>
            <a:ext cx="5334000" cy="353943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2000" b="1">
                <a:solidFill>
                  <a:srgbClr val="CFE0FF"/>
                </a:solidFill>
              </a:rPr>
              <a:t>2027 </a:t>
            </a:r>
            <a:r>
              <a:rPr lang="ko-KR" altLang="en-US" sz="2000" b="1">
                <a:solidFill>
                  <a:srgbClr val="CFE0FF"/>
                </a:solidFill>
              </a:rPr>
              <a:t>합격전략 설명회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F9D5AC-E45F-49B1-B502-88A033121CEE}"/>
              </a:ext>
            </a:extLst>
          </p:cNvPr>
          <p:cNvSpPr txBox="1"/>
          <p:nvPr/>
        </p:nvSpPr>
        <p:spPr>
          <a:xfrm>
            <a:off x="1270000" y="2108200"/>
            <a:ext cx="8128000" cy="236988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7400" b="1">
                <a:solidFill>
                  <a:srgbClr val="FFFFFF"/>
                </a:solidFill>
              </a:rPr>
              <a:t>해커스공무원</a:t>
            </a:r>
          </a:p>
          <a:p>
            <a:r>
              <a:rPr lang="ko-KR" altLang="en-US" sz="7400" b="1">
                <a:solidFill>
                  <a:srgbClr val="FFFFFF"/>
                </a:solidFill>
              </a:rPr>
              <a:t>단기합격 설명회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718F24-86DB-4BF2-A1EF-B6F8D8AFEC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812800"/>
            <a:ext cx="5334000" cy="25396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155D90-9D81-4339-9D79-42C34033EA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2057400"/>
            <a:ext cx="12192000" cy="9398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345C182-FB15-4A0B-8DF7-397F4649EE73}"/>
              </a:ext>
            </a:extLst>
          </p:cNvPr>
          <p:cNvSpPr/>
          <p:nvPr/>
        </p:nvSpPr>
        <p:spPr>
          <a:xfrm>
            <a:off x="3810000" y="5969000"/>
            <a:ext cx="762000" cy="431800"/>
          </a:xfrm>
          <a:prstGeom prst="roundRect">
            <a:avLst/>
          </a:prstGeom>
          <a:solidFill>
            <a:srgbClr val="2C6B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</a:rPr>
              <a:t>장소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01FB6-C284-46FF-9955-9187C1C81F30}"/>
              </a:ext>
            </a:extLst>
          </p:cNvPr>
          <p:cNvSpPr txBox="1"/>
          <p:nvPr/>
        </p:nvSpPr>
        <p:spPr>
          <a:xfrm>
            <a:off x="4648200" y="5943600"/>
            <a:ext cx="2921000" cy="3693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ko-KR" altLang="en-US" b="1">
                <a:solidFill>
                  <a:srgbClr val="FFFFFF"/>
                </a:solidFill>
              </a:rPr>
              <a:t>메가스터디타워 </a:t>
            </a:r>
            <a:r>
              <a:rPr lang="en-US" altLang="ko-KR" b="1">
                <a:solidFill>
                  <a:srgbClr val="FFFFFF"/>
                </a:solidFill>
              </a:rPr>
              <a:t>5</a:t>
            </a:r>
            <a:r>
              <a:rPr lang="ko-KR" altLang="en-US" b="1">
                <a:solidFill>
                  <a:srgbClr val="FFFFFF"/>
                </a:solidFill>
              </a:rPr>
              <a:t>층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452C71-5129-4B74-8C0D-2E2D8A14914C}"/>
              </a:ext>
            </a:extLst>
          </p:cNvPr>
          <p:cNvSpPr/>
          <p:nvPr/>
        </p:nvSpPr>
        <p:spPr>
          <a:xfrm>
            <a:off x="7493000" y="5969000"/>
            <a:ext cx="762000" cy="431800"/>
          </a:xfrm>
          <a:prstGeom prst="roundRect">
            <a:avLst/>
          </a:prstGeom>
          <a:solidFill>
            <a:srgbClr val="2C6B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rgbClr val="FFFFFF"/>
                </a:solidFill>
              </a:rPr>
              <a:t>일시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568B1-6BC4-4CDA-AEF6-5A5BA221D022}"/>
              </a:ext>
            </a:extLst>
          </p:cNvPr>
          <p:cNvSpPr txBox="1"/>
          <p:nvPr/>
        </p:nvSpPr>
        <p:spPr>
          <a:xfrm>
            <a:off x="8331200" y="5943600"/>
            <a:ext cx="2921000" cy="369332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lang="en-US" altLang="ko-KR" b="1">
                <a:solidFill>
                  <a:srgbClr val="FFFFFF"/>
                </a:solidFill>
              </a:rPr>
              <a:t>6</a:t>
            </a:r>
            <a:r>
              <a:rPr lang="ko-KR" altLang="en-US" b="1">
                <a:solidFill>
                  <a:srgbClr val="FFFFFF"/>
                </a:solidFill>
              </a:rPr>
              <a:t>월 </a:t>
            </a:r>
            <a:r>
              <a:rPr lang="en-US" altLang="ko-KR" b="1">
                <a:solidFill>
                  <a:srgbClr val="FFFFFF"/>
                </a:solidFill>
              </a:rPr>
              <a:t>27</a:t>
            </a:r>
            <a:r>
              <a:rPr lang="ko-KR" altLang="en-US" b="1">
                <a:solidFill>
                  <a:srgbClr val="FFFFFF"/>
                </a:solidFill>
              </a:rPr>
              <a:t>일 </a:t>
            </a:r>
            <a:r>
              <a:rPr lang="en-US" altLang="ko-KR" b="1">
                <a:solidFill>
                  <a:srgbClr val="FFFFFF"/>
                </a:solidFill>
              </a:rPr>
              <a:t>(</a:t>
            </a:r>
            <a:r>
              <a:rPr lang="ko-KR" altLang="en-US" b="1">
                <a:solidFill>
                  <a:srgbClr val="FFFFFF"/>
                </a:solidFill>
              </a:rPr>
              <a:t>토</a:t>
            </a:r>
            <a:r>
              <a:rPr lang="en-US" altLang="ko-KR" b="1">
                <a:solidFill>
                  <a:srgbClr val="FFFFFF"/>
                </a:solidFill>
              </a:rPr>
              <a:t>)</a:t>
            </a:r>
            <a:endParaRPr lang="ko-KR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96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1</cp:revision>
  <dcterms:created xsi:type="dcterms:W3CDTF">2026-06-21T05:58:27Z</dcterms:created>
  <dcterms:modified xsi:type="dcterms:W3CDTF">2026-06-21T05:58:27Z</dcterms:modified>
</cp:coreProperties>
</file>